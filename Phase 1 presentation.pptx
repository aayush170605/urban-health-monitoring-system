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Phase 1 of the Urban Health Monitoring System project: problem definition and research, not the build itself. Set expectation: today covers why this matters, what we found, and what's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are growing faster than the infrastructure meant to support public health. Pollution, noise, and water quality issues are rising, and dense populations increase outbreak risk. Core issue: most cities find out about health problems after the damage is done — we want to move that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gap as evidence for why current approaches fall short. Emphasize siloed data as the biggest blocker — different agencies aren't talking to each other. Tie 'no predictive view' back to the problem slide: everything today is reactive.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objectives were the actual scope of this phase — not designing the system yet, just laying groundwork. Scope, stakeholders, and data sources needed to be nailed down before any architecture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why each group matters: government sets policy, hospitals give ground-truth health data, environmental agencies provide hazard data, residents are the end beneficiaries. Note that alignment across all four is what makes adoption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was a mixed-method approach: reviewed existing literature, audited what data already exists, talked directly to stakeholders, and observed conditions in the field. Keep it brief — this slide is about credibility, not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presentation — slow down here. Fragmented: data lives in silos across agencies. Reactive: systems respond to incidents instead of preventing them. Uneven: monitoring coverage differs a lot by district/area. High demand: every stakeholder group independently asked for one shared, real-time view — strong validation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findings, these four indicators are what the system should track first. Note this is a proposed starting scope, not final — subject to feasibility review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these — it builds credibility to name the risks now. Data privacy is the most sensitive: health data needs strict consent and handling. Cost and integration are practical constraints; public trust is the long-term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Phase 2 framing: architecture design, a sensor pilot, a data platform prototype, and going back to stakeholders to validate direction. Close by asking for sign-off or feedback before Phase 2 kicks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93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93192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uhms/icons/c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HEALTH MONITORING SYSTEM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Problem Definition &amp; Research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•  Internal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health monitoring matters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uhms/icons/c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Urbanization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cities strain infrastructure and health systems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uhms/icons/smo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Stress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air, noise and water pollution levels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uhms/icons/viru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70" y="25914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Outbreak Vulnerability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areas raise disease-spread risk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4128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uhms/icons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250" y="25914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097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Response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55548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issues surface after harm is already done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Existing Systems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today's monitoring approaches miss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uhms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 Data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9476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hold separate, disconnected datasets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uhms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Reporting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999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arrive too late to act 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uhms/icons/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2355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050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Sensor Coverage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40507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areas of the city go unmonitored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uhms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52870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Predictive View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51023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react to events, not anticipate them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phase set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6060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uhms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8200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Problem Scope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6060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uhms/icons/userfriend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28200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703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Stakeholders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0" y="21945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0" y="26060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uhms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70" y="28200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3796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583680" y="3703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Data Sources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326880" y="21945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41280" y="26060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uhms/icons/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250" y="28200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6404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509760" y="3703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Success Metrics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Stakeholders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system needs to serve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uhms/icons/landma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Government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infrastructure decisions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uhms/icons/hospit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&amp; Clinics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care and case reporting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uhms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70" y="25914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Agencies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and hazard tracking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4128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uhms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250" y="25914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097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555480" y="4023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exposure and wellbeing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Phase 1 research was conducted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4018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uhms/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6151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474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400" dirty="0"/>
          </a:p>
        </p:txBody>
      </p:sp>
      <p:pic>
        <p:nvPicPr>
          <p:cNvPr id="7" name="Image 1" descr="/home/claude/uhms/icons/arrow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69748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74820" y="23774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2" descr="/home/claude/uhms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564" y="2615184"/>
            <a:ext cx="438912" cy="4389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83280" y="3474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Audit</a:t>
            </a:r>
            <a:endParaRPr lang="en-US" sz="1400" dirty="0"/>
          </a:p>
        </p:txBody>
      </p:sp>
      <p:pic>
        <p:nvPicPr>
          <p:cNvPr id="11" name="Image 3" descr="/home/claude/uhms/icons/arrow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69748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10946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4" descr="/home/claude/uhms/icons/handshak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2615184"/>
            <a:ext cx="438912" cy="43891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217920" y="3474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Interviews</a:t>
            </a:r>
            <a:endParaRPr lang="en-US" sz="1400" dirty="0"/>
          </a:p>
        </p:txBody>
      </p:sp>
      <p:pic>
        <p:nvPicPr>
          <p:cNvPr id="15" name="Image 5" descr="/home/claude/uhms/icons/arrow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269748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944100" y="23774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6" descr="/home/claude/uhms/icons/ma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844" y="2615184"/>
            <a:ext cx="438912" cy="43891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052560" y="3474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Observation</a:t>
            </a:r>
            <a:endParaRPr lang="en-US" sz="1400" dirty="0"/>
          </a:p>
        </p:txBody>
      </p:sp>
      <p:sp>
        <p:nvSpPr>
          <p:cNvPr id="19" name="Text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surfaced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environment data live in separate systems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474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follow incidents instead of preventing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474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coverage varies sharply by district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C4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404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Demand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34747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want one shared, real-time view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Monitoring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the system is designed to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uhms/icons/smo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268467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0574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20574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4F9F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24231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uhms/icons/wa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68467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0" y="20574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4F9F8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44805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uhms/icons/volum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4742078"/>
            <a:ext cx="482803" cy="482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03120" y="41148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Levels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17920" y="41148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4F9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537960" y="44805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uhms/icons/viru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742078"/>
            <a:ext cx="482803" cy="482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72400" y="41148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Surveillance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Constraints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slow this 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uhms/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9476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requires strict handling and consent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uhms/icons/coin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Cost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999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hardware coverage is capital intensive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uhms/icons/puzz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2355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050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Integration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40507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agency systems are hard to connect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uhms/icons/userfriend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52870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Trust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51023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need confidence data is used responsibly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into Phase 2 — Design &amp; Build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uhms/icons/puzz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3490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1762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Design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home/claude/uhms/icons/m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4" y="326349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Network Pilot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/home/claude/uhms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41778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0050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 Prototype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49377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3" descr="/home/claude/uhms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4" y="509229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919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Validation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Health Monitoring System  |  Phase 1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2026-09-08T03:56:21Z</dcterms:created>
  <dcterms:modified xsi:type="dcterms:W3CDTF">2026-09-08T03:56:21Z</dcterms:modified>
</cp:coreProperties>
</file>